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74308277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74308277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hyperlink" Target="https://github.com/carmenifts24/rodriguez-carmen-nlp-integrador.git" TargetMode="External"/><Relationship Id="rId13" Type="http://schemas.openxmlformats.org/officeDocument/2006/relationships/image" Target="../media/image10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9.png"/><Relationship Id="rId15" Type="http://schemas.openxmlformats.org/officeDocument/2006/relationships/image" Target="../media/image20.png"/><Relationship Id="rId14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2.png"/><Relationship Id="rId13" Type="http://schemas.openxmlformats.org/officeDocument/2006/relationships/image" Target="../media/image10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hyperlink" Target="https://github.com/carmenifts24/Laboratorio-de-Tecnicas-de-Procesamiento-de-Habla/blob/ffbc5747736a5c9ddbed22b8c27a9e5f96e371fa/009%20-%20Del%20PLN%20a%20LLM's/Practica/Guia%20Practica/TP%20Proc%20Habla_%20Carmen%20Rodriguez.ipynb" TargetMode="External"/><Relationship Id="rId9" Type="http://schemas.openxmlformats.org/officeDocument/2006/relationships/image" Target="../media/image16.png"/><Relationship Id="rId15" Type="http://schemas.openxmlformats.org/officeDocument/2006/relationships/image" Target="../media/image14.png"/><Relationship Id="rId14" Type="http://schemas.openxmlformats.org/officeDocument/2006/relationships/image" Target="../media/image33.png"/><Relationship Id="rId5" Type="http://schemas.openxmlformats.org/officeDocument/2006/relationships/image" Target="../media/image6.png"/><Relationship Id="rId6" Type="http://schemas.openxmlformats.org/officeDocument/2006/relationships/hyperlink" Target="https://github.com/carmenifts24/Laboratorio-de-Tecnicas-de-Procesamiento-de-Habla/blob/ffbc5747736a5c9ddbed22b8c27a9e5f96e371fa/009%20-%20Del%20PLN%20a%20LLM's/Practica/Cuadernos/001_Clasificador%20de%20sentimientos%20con%20un%20Perceptr%C3%B3n%20simple.ipynb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github.com/carmenifts24/Laboratorio-de-Tecnicas-de-Procesamiento-de-Habla/blob/ffbc5747736a5c9ddbed22b8c27a9e5f96e371fa/007%20-%20Redes%20Neuronales/Practica/03_Perceptron_Simple_desde_Cero.ipynb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6.png"/><Relationship Id="rId13" Type="http://schemas.openxmlformats.org/officeDocument/2006/relationships/hyperlink" Target="https://github.com/gimb99/PDH_INTEGRADOR_GRUPAL_X" TargetMode="External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9" Type="http://schemas.openxmlformats.org/officeDocument/2006/relationships/image" Target="../media/image36.png"/><Relationship Id="rId1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8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youtu.be/bH8V3ORjcng" TargetMode="External"/><Relationship Id="rId9" Type="http://schemas.openxmlformats.org/officeDocument/2006/relationships/hyperlink" Target="http://www.youtube.com/watch?v=bH8V3ORjcng" TargetMode="External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37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955" y="5165425"/>
            <a:ext cx="661794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6877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90350" y="1006218"/>
            <a:ext cx="10930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TÉCNICAS DE PROCESAMIENTO</a:t>
            </a:r>
            <a:b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0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DEL HABLA</a:t>
            </a:r>
            <a:endParaRPr sz="5000"/>
          </a:p>
        </p:txBody>
      </p:sp>
      <p:sp>
        <p:nvSpPr>
          <p:cNvPr id="88" name="Google Shape;88;p13"/>
          <p:cNvSpPr txBox="1"/>
          <p:nvPr/>
        </p:nvSpPr>
        <p:spPr>
          <a:xfrm>
            <a:off x="2922645" y="4354575"/>
            <a:ext cx="646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E94560"/>
                </a:solidFill>
                <a:latin typeface="Open Sans"/>
                <a:ea typeface="Open Sans"/>
                <a:cs typeface="Open Sans"/>
                <a:sym typeface="Open Sans"/>
              </a:rPr>
              <a:t>PORTFOLIO DE TRABAJOS | 2025</a:t>
            </a: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4511150" y="5039525"/>
            <a:ext cx="32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Carmen Rodríguez</a:t>
            </a:r>
            <a:endParaRPr sz="2400"/>
          </a:p>
        </p:txBody>
      </p:sp>
      <p:sp>
        <p:nvSpPr>
          <p:cNvPr id="90" name="Google Shape;90;p13"/>
          <p:cNvSpPr txBox="1"/>
          <p:nvPr/>
        </p:nvSpPr>
        <p:spPr>
          <a:xfrm>
            <a:off x="3179596" y="5613806"/>
            <a:ext cx="59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IFTS 24 - Tecnicatura Superior en Ciencias de Datos e IA</a:t>
            </a:r>
            <a:endParaRPr sz="1800"/>
          </a:p>
        </p:txBody>
      </p:sp>
      <p:sp>
        <p:nvSpPr>
          <p:cNvPr id="91" name="Google Shape;91;p13"/>
          <p:cNvSpPr txBox="1"/>
          <p:nvPr/>
        </p:nvSpPr>
        <p:spPr>
          <a:xfrm>
            <a:off x="5212400" y="6003931"/>
            <a:ext cx="188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Matías Barreto</a:t>
            </a:r>
            <a:endParaRPr/>
          </a:p>
        </p:txBody>
      </p:sp>
      <p:pic>
        <p:nvPicPr>
          <p:cNvPr id="92" name="Google Shape;92;p13" title="logo IFTS2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5050" y="2685920"/>
            <a:ext cx="2700800" cy="1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86237"/>
            <a:ext cx="63436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400" y="1380570"/>
            <a:ext cx="42291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91400" y="4397816"/>
            <a:ext cx="42291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79250" y="336749"/>
            <a:ext cx="1104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SHAKIRA Y SU HISTORIA MUSICAL</a:t>
            </a:r>
            <a:endParaRPr sz="320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1692438"/>
            <a:ext cx="666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 Texto Crudo a Insights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675563"/>
            <a:ext cx="6343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Analizar la evolución lírica y emocional de </a:t>
            </a:r>
            <a:r>
              <a:rPr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las </a:t>
            </a:r>
            <a:r>
              <a:rPr b="0" i="0" lang="en-US" sz="15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canciones de Shakira (1991-2024) para detectar patrones estilísticos a lo largo de su carrera.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67712" y="6705600"/>
            <a:ext cx="2276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github.com/carmenifts24/nlp-integrador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4433887"/>
            <a:ext cx="614076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RESULTADOS CLAVE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948362"/>
            <a:ext cx="666083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Tecnologías: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00925" y="1390095"/>
            <a:ext cx="42100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7712" y="673417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52500" y="4852987"/>
            <a:ext cx="57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9650" y="4881562"/>
            <a:ext cx="5657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Consistencia estilística y temática validada en 30+ años de carrera.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52500" y="5062537"/>
            <a:ext cx="57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09650" y="5091112"/>
            <a:ext cx="5657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Identificación de alta carga emocional/melancólica en primeros álbumes.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52500" y="5272087"/>
            <a:ext cx="57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9650" y="5300662"/>
            <a:ext cx="5657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Clusters semánticos claros por álbum usando Embeddings.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2124545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Open Sans"/>
                <a:ea typeface="Open Sans"/>
                <a:cs typeface="Open Sans"/>
                <a:sym typeface="Open Sans"/>
              </a:rPr>
              <a:t>Análisis NLP &amp; Shakira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1011273"/>
            <a:ext cx="11049000" cy="1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91400" y="4401465"/>
            <a:ext cx="42100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76750" y="6103456"/>
            <a:ext cx="5035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9250" y="6298900"/>
            <a:ext cx="3165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9645" y="6298896"/>
            <a:ext cx="5866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86703" y="62260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34318" y="6319823"/>
            <a:ext cx="737884" cy="2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57350"/>
            <a:ext cx="349240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9650" y="1657350"/>
            <a:ext cx="3492549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>
            <a:hlinkClick r:id="rId8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657350"/>
            <a:ext cx="34924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375331"/>
            <a:ext cx="523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TRABAJOS PRÁCTICOS</a:t>
            </a:r>
            <a:endParaRPr sz="3200"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19812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857250" y="2552700"/>
            <a:ext cx="306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TP1: </a:t>
            </a:r>
            <a:r>
              <a:rPr b="1" lang="en-US" sz="16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Aplicaciones Prácticas de NLP con Transformers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10350" y="3889850"/>
            <a:ext cx="2920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Aplicaciones reales de Procesamiento de Lenguaje Natural (NLP) utilizando modelos Transformer preentrenados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5400" y="19812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4635400" y="2552700"/>
            <a:ext cx="3067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TP2: </a:t>
            </a:r>
            <a:r>
              <a:rPr b="1" lang="en-US" sz="16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Perceptrón para Análisis de Sentimiento en Español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635400" y="3889850"/>
            <a:ext cx="2921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Desarrollo de un agente conversacional básico utilizando técnicas de NLP para procesamiento de intención y generación de respuestas contextuales.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3700" y="19812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8413700" y="2552700"/>
            <a:ext cx="3066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TP3: </a:t>
            </a:r>
            <a:r>
              <a:rPr b="1" lang="en-US" sz="16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Perceptrón Simple: Implementación desde Cero con NumPy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413700" y="3889850"/>
            <a:ext cx="2920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Construcción desde cero, usando únicamente NumPy, el modelo más fundamental de las redes neuronales: el Perceptrón Simple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71500" y="1119188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Open Sans"/>
                <a:ea typeface="Open Sans"/>
                <a:cs typeface="Open Sans"/>
                <a:sym typeface="Open Sans"/>
              </a:rPr>
              <a:t>Proyectos de Cursada</a:t>
            </a:r>
            <a:endParaRPr sz="1200"/>
          </a:p>
        </p:txBody>
      </p:sp>
      <p:sp>
        <p:nvSpPr>
          <p:cNvPr id="142" name="Google Shape;142;p15"/>
          <p:cNvSpPr/>
          <p:nvPr/>
        </p:nvSpPr>
        <p:spPr>
          <a:xfrm>
            <a:off x="571500" y="1011273"/>
            <a:ext cx="11049000" cy="19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2925" y="5873250"/>
            <a:ext cx="3165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21200" y="5873250"/>
            <a:ext cx="3165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19475" y="5873250"/>
            <a:ext cx="3165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42995" y="5873246"/>
            <a:ext cx="5866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36870" y="5873246"/>
            <a:ext cx="5866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730745" y="5873246"/>
            <a:ext cx="5866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360713" y="5912788"/>
            <a:ext cx="586624" cy="2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33174" y="58029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89525" y="5912788"/>
            <a:ext cx="586624" cy="2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634612" y="58029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963563" y="5912801"/>
            <a:ext cx="586624" cy="2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436024" y="58029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779615"/>
            <a:ext cx="9906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217640"/>
            <a:ext cx="895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3600" y="4217640"/>
            <a:ext cx="9144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3250" y="4217640"/>
            <a:ext cx="9525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91000" y="4217640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6750"/>
            <a:ext cx="11049000" cy="568449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1143000" y="1333500"/>
            <a:ext cx="10401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94560"/>
                </a:solidFill>
                <a:latin typeface="Montserrat"/>
                <a:ea typeface="Montserrat"/>
                <a:cs typeface="Montserrat"/>
                <a:sym typeface="Montserrat"/>
              </a:rPr>
              <a:t>TRABAJO INTEGRADOR FINAL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143000" y="1609725"/>
            <a:ext cx="1040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b="1" lang="en-US" sz="36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Sistema RAG para Análisis de Documentos</a:t>
            </a:r>
            <a:endParaRPr b="1" sz="3600">
              <a:solidFill>
                <a:srgbClr val="F5F5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143000" y="2399713"/>
            <a:ext cx="10255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Problema: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Poco acceso a información técnica y académica sobre reservorios de hidrocarburos no convencionales en español para </a:t>
            </a:r>
            <a:r>
              <a:rPr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estudiantes de Ingeniería e ingenieros en formación o sin experiencia </a:t>
            </a:r>
            <a:endParaRPr sz="1500">
              <a:solidFill>
                <a:srgbClr val="E0E0E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directa en operaciones de campo.</a:t>
            </a:r>
            <a:endParaRPr sz="1500">
              <a:solidFill>
                <a:srgbClr val="E0E0E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0E0E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0E0E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Solución:</a:t>
            </a:r>
            <a:r>
              <a:rPr lang="en-US" sz="1500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 Un sistema RAG (Retrieval-Augmented Generation) con interfaz de voz que permite consultas complejas sobre bases de conocimiento en tiempo real. 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2373925" y="5565790"/>
            <a:ext cx="990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Desarrollado en equipo |  github.co</a:t>
            </a: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n-US" sz="120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/gimb99/PDH_INTEGRADOR</a:t>
            </a:r>
            <a:endParaRPr/>
          </a:p>
        </p:txBody>
      </p:sp>
      <p:pic>
        <p:nvPicPr>
          <p:cNvPr descr="image.png" id="170" name="Google Shape;17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0954" y="261524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2671" y="364909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7300" y="4289077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>
            <a:hlinkClick r:id="rId13"/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780450" y="5411906"/>
            <a:ext cx="503546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3387" y="5644139"/>
            <a:ext cx="17335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2687" y="5644139"/>
            <a:ext cx="16859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291012" y="571500"/>
            <a:ext cx="379047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DEMO EN VIDEO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05922" y="1333500"/>
            <a:ext cx="115941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de Consulta Técnica – Producción y Comportamiento de Reservorios No Convencionales</a:t>
            </a:r>
            <a:endParaRPr b="1" sz="2000">
              <a:solidFill>
                <a:srgbClr val="FAFAFA"/>
              </a:solidFill>
              <a:highlight>
                <a:srgbClr val="0E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E945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24500" y="3381951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4491037" y="6168014"/>
            <a:ext cx="123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VER EN YOUTUBE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510337" y="5796539"/>
            <a:ext cx="11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94560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510337" y="6168014"/>
            <a:ext cx="11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0E0"/>
                </a:solidFill>
                <a:latin typeface="Open Sans"/>
                <a:ea typeface="Open Sans"/>
                <a:cs typeface="Open Sans"/>
                <a:sym typeface="Open Sans"/>
              </a:rPr>
              <a:t>FUNCIONALIDAD</a:t>
            </a:r>
            <a:endParaRPr/>
          </a:p>
        </p:txBody>
      </p:sp>
      <p:pic>
        <p:nvPicPr>
          <p:cNvPr descr="image.png" id="187" name="Google Shape;18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8712" y="582511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title="Video Demostración Rag CTG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01100" y="2197938"/>
            <a:ext cx="5799025" cy="32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325" y="1324700"/>
            <a:ext cx="316524" cy="3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70913" y="6367926"/>
            <a:ext cx="586624" cy="2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2975" y="4703301"/>
            <a:ext cx="586624" cy="264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43374" y="6258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62693" y="5519573"/>
            <a:ext cx="737884" cy="2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